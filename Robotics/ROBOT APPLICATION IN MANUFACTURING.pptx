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9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2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65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39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51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77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4740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679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0660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47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21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F2A5B-5356-49E6-8B0F-FF16F87B8962}" type="datetimeFigureOut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EA2D01-5D90-4E58-9BEF-03FCA2B5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20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EFD3-90FC-79AD-01C6-C084D4FFF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ROBOT APPLICATION IN MANUFACTURING</a:t>
            </a:r>
            <a:br>
              <a:rPr lang="en-US" dirty="0"/>
            </a:br>
            <a:r>
              <a:rPr lang="en-US" dirty="0"/>
              <a:t>24ETC15E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3987D-093D-5A1D-FD97-06915D70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6672" y="4808668"/>
            <a:ext cx="3585328" cy="1655762"/>
          </a:xfrm>
        </p:spPr>
        <p:txBody>
          <a:bodyPr/>
          <a:lstStyle/>
          <a:p>
            <a:r>
              <a:rPr lang="en-IN" dirty="0"/>
              <a:t>By S Nithya Poornima,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MED, BMSIT &amp;M</a:t>
            </a:r>
          </a:p>
        </p:txBody>
      </p:sp>
    </p:spTree>
    <p:extLst>
      <p:ext uri="{BB962C8B-B14F-4D97-AF65-F5344CB8AC3E}">
        <p14:creationId xmlns:p14="http://schemas.microsoft.com/office/powerpoint/2010/main" val="106822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AC3438-CBD4-4BDF-B6DF-7F64FE454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6" y="635093"/>
            <a:ext cx="9739985" cy="52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1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47E78-A403-EC29-6AF1-8A91D0A8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9" y="391803"/>
            <a:ext cx="10608649" cy="56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3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56D668-A08E-D4F6-C7F2-9F778B64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60" y="828009"/>
            <a:ext cx="11748940" cy="561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7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8B819-3AF4-3F71-A9A3-480AD24D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8" y="471225"/>
            <a:ext cx="10641544" cy="56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0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C4295-1E2E-EBFC-50FB-571E4C2AE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62" y="536816"/>
            <a:ext cx="10533841" cy="57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7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C2833-7A61-8D33-7440-370D67728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65" y="410657"/>
            <a:ext cx="10529671" cy="567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9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74637-EE76-088D-FB12-7DEAECF6D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64" y="325418"/>
            <a:ext cx="11100485" cy="599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897920-A58D-A0B1-094A-65AEAD2A1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78" y="236647"/>
            <a:ext cx="8908644" cy="63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8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7D40A-C3B6-6295-9D87-78733F26C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10" y="641105"/>
            <a:ext cx="10538048" cy="545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7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A12A2-147E-0C79-FFB7-881ECCBB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18" y="331482"/>
            <a:ext cx="9253626" cy="619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7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894FE-8346-0FF5-9976-8F8959597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64B370-81D7-80BD-A04C-5873EFD3A6CF}"/>
              </a:ext>
            </a:extLst>
          </p:cNvPr>
          <p:cNvSpPr txBox="1"/>
          <p:nvPr/>
        </p:nvSpPr>
        <p:spPr>
          <a:xfrm>
            <a:off x="952500" y="6858000"/>
            <a:ext cx="1028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picpedia.org/chalkboard/t/thank-you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96556655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28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ROBOT APPLICATION IN MANUFACTURING 24ETC15E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Poornima S</dc:creator>
  <cp:lastModifiedBy>Nithya Poornima S</cp:lastModifiedBy>
  <cp:revision>1</cp:revision>
  <dcterms:created xsi:type="dcterms:W3CDTF">2025-01-07T04:52:00Z</dcterms:created>
  <dcterms:modified xsi:type="dcterms:W3CDTF">2025-01-07T04:53:51Z</dcterms:modified>
</cp:coreProperties>
</file>